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jUKs5N+eygtk4FbgFNgTsCxeY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445561" y="3070742"/>
            <a:ext cx="2901156" cy="1160462"/>
            <a:chOff x="2381" y="2129102"/>
            <a:chExt cx="2901156" cy="1160462"/>
          </a:xfrm>
        </p:grpSpPr>
        <p:sp>
          <p:nvSpPr>
            <p:cNvPr id="85" name="Google Shape;85;p1"/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>
                <a:gd fmla="val 5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582612" y="2129102"/>
              <a:ext cx="1740694" cy="116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325" lIns="148000" spcFirstLastPara="1" rIns="49325" wrap="square" tIns="49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pt-B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Bloco 1: Extração período</a:t>
              </a:r>
              <a:endParaRPr/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743569" y="3961910"/>
            <a:ext cx="1404731" cy="981639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MIMIC IV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45763" y="1400832"/>
            <a:ext cx="1302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Janela: 24h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3126369" y="448379"/>
            <a:ext cx="481774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J-son: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paciente (idade, id, data_nasc, sexo, peso, altura, imc):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Internação: admissão, alta, óbito: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Janelas: tamanho janela, dias de internamento, data_referência;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Mapas diários: condição clinica, exames, nutrição;</a:t>
            </a:r>
            <a:endParaRPr/>
          </a:p>
        </p:txBody>
      </p:sp>
      <p:grpSp>
        <p:nvGrpSpPr>
          <p:cNvPr id="90" name="Google Shape;90;p1"/>
          <p:cNvGrpSpPr/>
          <p:nvPr/>
        </p:nvGrpSpPr>
        <p:grpSpPr>
          <a:xfrm>
            <a:off x="5910469" y="3070742"/>
            <a:ext cx="2901156" cy="1160462"/>
            <a:chOff x="2381" y="2129102"/>
            <a:chExt cx="2901156" cy="1160462"/>
          </a:xfrm>
        </p:grpSpPr>
        <p:sp>
          <p:nvSpPr>
            <p:cNvPr id="91" name="Google Shape;91;p1"/>
            <p:cNvSpPr/>
            <p:nvPr/>
          </p:nvSpPr>
          <p:spPr>
            <a:xfrm>
              <a:off x="2381" y="2129102"/>
              <a:ext cx="2901156" cy="1160462"/>
            </a:xfrm>
            <a:prstGeom prst="chevron">
              <a:avLst>
                <a:gd fmla="val 50000" name="adj"/>
              </a:avLst>
            </a:prstGeom>
            <a:solidFill>
              <a:srgbClr val="126082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582612" y="2129102"/>
              <a:ext cx="1740694" cy="11604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325" lIns="148000" spcFirstLastPara="1" rIns="49325" wrap="square" tIns="49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pt-BR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Bloco 2: Agrupamento</a:t>
              </a:r>
              <a:endParaRPr/>
            </a:p>
          </p:txBody>
        </p:sp>
      </p:grpSp>
      <p:sp>
        <p:nvSpPr>
          <p:cNvPr id="93" name="Google Shape;93;p1"/>
          <p:cNvSpPr/>
          <p:nvPr/>
        </p:nvSpPr>
        <p:spPr>
          <a:xfrm>
            <a:off x="2129931" y="2470144"/>
            <a:ext cx="6862813" cy="369332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INTERFACE: 1) OU 2) </a:t>
            </a:r>
            <a:endParaRPr/>
          </a:p>
        </p:txBody>
      </p:sp>
      <p:cxnSp>
        <p:nvCxnSpPr>
          <p:cNvPr id="94" name="Google Shape;94;p1"/>
          <p:cNvCxnSpPr>
            <a:endCxn id="89" idx="1"/>
          </p:cNvCxnSpPr>
          <p:nvPr/>
        </p:nvCxnSpPr>
        <p:spPr>
          <a:xfrm flipH="1" rot="5400000">
            <a:off x="2769069" y="1405844"/>
            <a:ext cx="1421700" cy="707100"/>
          </a:xfrm>
          <a:prstGeom prst="bentConnector4">
            <a:avLst>
              <a:gd fmla="val 28896" name="adj1"/>
              <a:gd fmla="val 132329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" name="Google Shape;95;p1"/>
          <p:cNvCxnSpPr>
            <a:stCxn id="89" idx="3"/>
          </p:cNvCxnSpPr>
          <p:nvPr/>
        </p:nvCxnSpPr>
        <p:spPr>
          <a:xfrm flipH="1">
            <a:off x="7671416" y="1048543"/>
            <a:ext cx="272700" cy="1421700"/>
          </a:xfrm>
          <a:prstGeom prst="bentConnector4">
            <a:avLst>
              <a:gd fmla="val -83828" name="adj1"/>
              <a:gd fmla="val 71104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" name="Google Shape;96;p1"/>
          <p:cNvCxnSpPr>
            <a:stCxn id="88" idx="2"/>
            <a:endCxn id="93" idx="1"/>
          </p:cNvCxnSpPr>
          <p:nvPr/>
        </p:nvCxnSpPr>
        <p:spPr>
          <a:xfrm flipH="1" rot="-5400000">
            <a:off x="1421242" y="1946114"/>
            <a:ext cx="884700" cy="5328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" name="Google Shape;97;p1"/>
          <p:cNvCxnSpPr>
            <a:stCxn id="87" idx="1"/>
            <a:endCxn id="93" idx="1"/>
          </p:cNvCxnSpPr>
          <p:nvPr/>
        </p:nvCxnSpPr>
        <p:spPr>
          <a:xfrm rot="-5400000">
            <a:off x="1134385" y="2966360"/>
            <a:ext cx="1307100" cy="6840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" name="Google Shape;98;p1"/>
          <p:cNvSpPr txBox="1"/>
          <p:nvPr/>
        </p:nvSpPr>
        <p:spPr>
          <a:xfrm>
            <a:off x="9498931" y="3420140"/>
            <a:ext cx="14834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J-son: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Agrupado</a:t>
            </a:r>
            <a:endParaRPr/>
          </a:p>
        </p:txBody>
      </p:sp>
      <p:cxnSp>
        <p:nvCxnSpPr>
          <p:cNvPr id="99" name="Google Shape;99;p1"/>
          <p:cNvCxnSpPr>
            <a:stCxn id="91" idx="3"/>
            <a:endCxn id="98" idx="1"/>
          </p:cNvCxnSpPr>
          <p:nvPr/>
        </p:nvCxnSpPr>
        <p:spPr>
          <a:xfrm>
            <a:off x="8811625" y="3650973"/>
            <a:ext cx="6873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0" name="Google Shape;100;p1"/>
          <p:cNvCxnSpPr>
            <a:stCxn id="93" idx="2"/>
            <a:endCxn id="92" idx="0"/>
          </p:cNvCxnSpPr>
          <p:nvPr/>
        </p:nvCxnSpPr>
        <p:spPr>
          <a:xfrm flipH="1" rot="-5400000">
            <a:off x="6345538" y="2055276"/>
            <a:ext cx="231300" cy="1799700"/>
          </a:xfrm>
          <a:prstGeom prst="bentConnector3">
            <a:avLst>
              <a:gd fmla="val 49992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" name="Google Shape;101;p1"/>
          <p:cNvSpPr txBox="1"/>
          <p:nvPr/>
        </p:nvSpPr>
        <p:spPr>
          <a:xfrm>
            <a:off x="3326896" y="4452730"/>
            <a:ext cx="481774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J-son: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paciente (idade, id, data_nasc, sexo, peso, altura, imc):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Internação: admissão, alta, óbito: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Janelas: tamanho janela, dias de internamento, data_referência;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Mapas diários: condição clinica, exames, nutrição;</a:t>
            </a:r>
            <a:endParaRPr/>
          </a:p>
        </p:txBody>
      </p:sp>
      <p:cxnSp>
        <p:nvCxnSpPr>
          <p:cNvPr id="102" name="Google Shape;102;p1"/>
          <p:cNvCxnSpPr>
            <a:stCxn id="101" idx="3"/>
            <a:endCxn id="92" idx="2"/>
          </p:cNvCxnSpPr>
          <p:nvPr/>
        </p:nvCxnSpPr>
        <p:spPr>
          <a:xfrm rot="10800000">
            <a:off x="7361043" y="4231195"/>
            <a:ext cx="783600" cy="821700"/>
          </a:xfrm>
          <a:prstGeom prst="bentConnector4">
            <a:avLst>
              <a:gd fmla="val -29173" name="adj1"/>
              <a:gd fmla="val 86519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3" name="Google Shape;103;p1"/>
          <p:cNvSpPr txBox="1"/>
          <p:nvPr/>
        </p:nvSpPr>
        <p:spPr>
          <a:xfrm>
            <a:off x="280685" y="2789226"/>
            <a:ext cx="10663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DE ACESSO</a:t>
            </a:r>
            <a:endParaRPr/>
          </a:p>
        </p:txBody>
      </p:sp>
      <p:cxnSp>
        <p:nvCxnSpPr>
          <p:cNvPr id="104" name="Google Shape;104;p1"/>
          <p:cNvCxnSpPr>
            <a:stCxn id="93" idx="2"/>
            <a:endCxn id="86" idx="0"/>
          </p:cNvCxnSpPr>
          <p:nvPr/>
        </p:nvCxnSpPr>
        <p:spPr>
          <a:xfrm rot="5400000">
            <a:off x="4613038" y="2122476"/>
            <a:ext cx="231300" cy="16653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/>
          <p:nvPr/>
        </p:nvSpPr>
        <p:spPr>
          <a:xfrm>
            <a:off x="2190937" y="318660"/>
            <a:ext cx="7885569" cy="5231114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422556" y="2724170"/>
            <a:ext cx="1404731" cy="981639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MIMIC IV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353547" y="562013"/>
            <a:ext cx="3742500" cy="4616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Módulo: Extração e Geração de Janelas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Usr seleciona: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do internamento: unidade temporal (horas ou dias), mínimo de tempo de internamento na UTI (ex.: mínimo de 72h de internamento), tamanho da janela de observação (em horas ou em dias), período de internamento (contados a partir do início ou do final do internamento – data de alta ou óbito);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de variáveis a ser importada (ditens), inclui variáveis longitudinais e pessoal;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para a janela definida: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Selecionar a regra de transformação (máximo, mínimo, média, soma) para cada variável em relação a janela definida;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Visualizador: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Gráficos estatísticos de cada variável;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769708" y="5657325"/>
            <a:ext cx="720721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J-son: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Perfil paciente (idade, id, data_nasc, sexo, peso, altura, imc):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Internação: admissão, alta, óbito: não longitudinal;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Janelas: tamanho janela, dias de internamento, data_referência;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arenR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Mapas diários: condição clinica, exames, nutrição;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215026" y="562013"/>
            <a:ext cx="3557697" cy="375487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Módulo: Transformação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Usr seleciona: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para a janela definida: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a regra de achatamento de variáveis longitudinais (máximo, mínimo, média, soma) para cada variável em relação a janela definida;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o módulo de cálculo;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 selecionar as variáveis que irão para o json final.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Permitir gerar mais de uma variável transformada a partir de uma variável origem.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351621" y="2633313"/>
            <a:ext cx="1488758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ditens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101307" y="392709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chartevents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101307" y="1947513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inputevents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101307" y="3432601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ingredientevents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101307" y="4869053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outputevents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0577" y="745785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>
            <a:stCxn id="118" idx="0"/>
            <a:endCxn id="119" idx="1"/>
          </p:cNvCxnSpPr>
          <p:nvPr/>
        </p:nvCxnSpPr>
        <p:spPr>
          <a:xfrm rot="-5400000">
            <a:off x="6253050" y="785163"/>
            <a:ext cx="1691100" cy="20052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3"/>
          <p:cNvCxnSpPr>
            <a:stCxn id="118" idx="3"/>
            <a:endCxn id="120" idx="1"/>
          </p:cNvCxnSpPr>
          <p:nvPr/>
        </p:nvCxnSpPr>
        <p:spPr>
          <a:xfrm flipH="1" rot="10800000">
            <a:off x="6840379" y="2497127"/>
            <a:ext cx="1260900" cy="6858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" name="Google Shape;126;p3"/>
          <p:cNvCxnSpPr>
            <a:stCxn id="118" idx="3"/>
            <a:endCxn id="121" idx="1"/>
          </p:cNvCxnSpPr>
          <p:nvPr/>
        </p:nvCxnSpPr>
        <p:spPr>
          <a:xfrm>
            <a:off x="6840379" y="3182927"/>
            <a:ext cx="1260900" cy="7992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3"/>
          <p:cNvCxnSpPr>
            <a:stCxn id="118" idx="2"/>
            <a:endCxn id="122" idx="1"/>
          </p:cNvCxnSpPr>
          <p:nvPr/>
        </p:nvCxnSpPr>
        <p:spPr>
          <a:xfrm flipH="1" rot="-5400000">
            <a:off x="6255600" y="3572940"/>
            <a:ext cx="1686000" cy="20052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" name="Google Shape;128;p3"/>
          <p:cNvSpPr/>
          <p:nvPr/>
        </p:nvSpPr>
        <p:spPr>
          <a:xfrm>
            <a:off x="600577" y="2686451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3397067" y="4869053"/>
            <a:ext cx="2326744" cy="1099227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icustays </a:t>
            </a:r>
            <a:endParaRPr/>
          </a:p>
        </p:txBody>
      </p:sp>
      <p:cxnSp>
        <p:nvCxnSpPr>
          <p:cNvPr id="130" name="Google Shape;130;p3"/>
          <p:cNvCxnSpPr>
            <a:stCxn id="123" idx="2"/>
            <a:endCxn id="128" idx="0"/>
          </p:cNvCxnSpPr>
          <p:nvPr/>
        </p:nvCxnSpPr>
        <p:spPr>
          <a:xfrm flipH="1" rot="-5400000">
            <a:off x="1343499" y="2265462"/>
            <a:ext cx="841500" cy="600"/>
          </a:xfrm>
          <a:prstGeom prst="bentConnector3">
            <a:avLst>
              <a:gd fmla="val 50751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1" name="Google Shape;131;p3"/>
          <p:cNvCxnSpPr>
            <a:stCxn id="128" idx="2"/>
            <a:endCxn id="129" idx="1"/>
          </p:cNvCxnSpPr>
          <p:nvPr/>
        </p:nvCxnSpPr>
        <p:spPr>
          <a:xfrm flipH="1" rot="-5400000">
            <a:off x="1764099" y="3785528"/>
            <a:ext cx="1632900" cy="16332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" name="Google Shape;132;p3"/>
          <p:cNvCxnSpPr>
            <a:stCxn id="129" idx="2"/>
            <a:endCxn id="122" idx="3"/>
          </p:cNvCxnSpPr>
          <p:nvPr/>
        </p:nvCxnSpPr>
        <p:spPr>
          <a:xfrm rot="-5400000">
            <a:off x="7219489" y="2759630"/>
            <a:ext cx="549600" cy="5867700"/>
          </a:xfrm>
          <a:prstGeom prst="bentConnector4">
            <a:avLst>
              <a:gd fmla="val -41594" name="adj1"/>
              <a:gd fmla="val 103894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3"/>
          <p:cNvCxnSpPr>
            <a:stCxn id="129" idx="2"/>
            <a:endCxn id="121" idx="3"/>
          </p:cNvCxnSpPr>
          <p:nvPr/>
        </p:nvCxnSpPr>
        <p:spPr>
          <a:xfrm rot="-5400000">
            <a:off x="6501289" y="2041430"/>
            <a:ext cx="1986000" cy="5867700"/>
          </a:xfrm>
          <a:prstGeom prst="bentConnector4">
            <a:avLst>
              <a:gd fmla="val -15158" name="adj1"/>
              <a:gd fmla="val 108214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3"/>
          <p:cNvCxnSpPr>
            <a:stCxn id="129" idx="2"/>
            <a:endCxn id="120" idx="3"/>
          </p:cNvCxnSpPr>
          <p:nvPr/>
        </p:nvCxnSpPr>
        <p:spPr>
          <a:xfrm rot="-5400000">
            <a:off x="5758639" y="1298780"/>
            <a:ext cx="3471300" cy="5867700"/>
          </a:xfrm>
          <a:prstGeom prst="bentConnector4">
            <a:avLst>
              <a:gd fmla="val -10759" name="adj1"/>
              <a:gd fmla="val 113152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" name="Google Shape;135;p3"/>
          <p:cNvCxnSpPr>
            <a:stCxn id="129" idx="2"/>
            <a:endCxn id="119" idx="3"/>
          </p:cNvCxnSpPr>
          <p:nvPr/>
        </p:nvCxnSpPr>
        <p:spPr>
          <a:xfrm rot="-5400000">
            <a:off x="4981339" y="521480"/>
            <a:ext cx="5025900" cy="5867700"/>
          </a:xfrm>
          <a:prstGeom prst="bentConnector4">
            <a:avLst>
              <a:gd fmla="val -9592" name="adj1"/>
              <a:gd fmla="val 120404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3"/>
          <p:cNvSpPr/>
          <p:nvPr/>
        </p:nvSpPr>
        <p:spPr>
          <a:xfrm>
            <a:off x="415018" y="317766"/>
            <a:ext cx="2710564" cy="3767850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302714" y="323801"/>
            <a:ext cx="8792716" cy="6330496"/>
          </a:xfrm>
          <a:prstGeom prst="rect">
            <a:avLst/>
          </a:prstGeom>
          <a:noFill/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397066" y="392709"/>
            <a:ext cx="1733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Módulo: icu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0" y="6117120"/>
            <a:ext cx="609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46685" y="333644"/>
            <a:ext cx="17338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Módulo: hosp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2026-05-08T18:10:38Z</dcterms:created>
  <dc:creator>Kiko Kiko</dc:creator>
</cp:coreProperties>
</file>
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373505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37" kern="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Arquitetura da solução — Pipeline MIMIC-IV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62000" y="1162050"/>
            <a:ext cx="1676400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1238250" y="3238500"/>
            <a:ext cx="571500" cy="5715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7770" y="3246120"/>
            <a:ext cx="6324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23900" y="3924300"/>
            <a:ext cx="160020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Pesquisador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3900" y="4133850"/>
            <a:ext cx="16002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E6E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médico · cientista de dados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457450" y="3695700"/>
            <a:ext cx="914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(1) usa ⟶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3619500" y="3048000"/>
            <a:ext cx="3048000" cy="2000250"/>
          </a:xfrm>
          <a:prstGeom prst="rect">
            <a:avLst/>
          </a:prstGeom>
          <a:solidFill>
            <a:srgbClr val="EFF6FF"/>
          </a:solidFill>
          <a:ln w="762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0950" y="3200400"/>
            <a:ext cx="2845118" cy="18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90" kern="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CAMADA DE APRESENTAÇÃO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90950" y="3409950"/>
            <a:ext cx="284511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15" kern="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Frontend Web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90950" y="3676650"/>
            <a:ext cx="2845118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React · SPA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90950" y="3981450"/>
            <a:ext cx="27960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 coorte, janela do Bloco 1 e regras do Bloco 2. Dispara execuções e exibe o JSON resultante.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0" y="3695700"/>
            <a:ext cx="9982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(2) HTTP ⟶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8096250" y="3048000"/>
            <a:ext cx="2857500" cy="2000250"/>
          </a:xfrm>
          <a:prstGeom prst="rect">
            <a:avLst/>
          </a:prstGeom>
          <a:solidFill>
            <a:srgbClr val="FFFFFF"/>
          </a:solidFill>
          <a:ln w="762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7700" y="3200400"/>
            <a:ext cx="2648903" cy="18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90" kern="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CAMADA DE APLICAÇÃO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67700" y="3409950"/>
            <a:ext cx="264890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15" kern="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REST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67700" y="3676650"/>
            <a:ext cx="2648903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FastAPI · Python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67700" y="3981450"/>
            <a:ext cx="26003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Recebe configurações, valida, enfileira jobs e expõe estado de execução e metadados de variáveis.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144250" y="3695700"/>
            <a:ext cx="914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(3) job ⟶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12287250" y="3048000"/>
            <a:ext cx="2476500" cy="2000250"/>
          </a:xfrm>
          <a:prstGeom prst="rect">
            <a:avLst/>
          </a:prstGeom>
          <a:solidFill>
            <a:srgbClr val="FFFFFF"/>
          </a:solidFill>
          <a:ln w="762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458700" y="3200400"/>
            <a:ext cx="2266950" cy="18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90" kern="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PROCESSAMENTO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458700" y="3409950"/>
            <a:ext cx="2266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15" kern="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458700" y="3676650"/>
            <a:ext cx="226695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Celery · async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2458700" y="3981450"/>
            <a:ext cx="22193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Consome a fila e orquestra a execução dos Blocos 1 e 2 sobre os dados do MIMIC-IV.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4954250" y="3695700"/>
            <a:ext cx="914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(4) SQL ⟶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16002000" y="3048000"/>
            <a:ext cx="2095500" cy="2000250"/>
          </a:xfrm>
          <a:prstGeom prst="rect">
            <a:avLst/>
          </a:prstGeom>
          <a:solidFill>
            <a:srgbClr val="F0FDF4"/>
          </a:solidFill>
          <a:ln w="7620">
            <a:solidFill>
              <a:srgbClr val="1665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173450" y="3200400"/>
            <a:ext cx="1885950" cy="18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90" kern="0" dirty="0">
                <a:solidFill>
                  <a:srgbClr val="16653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FONTE DE DADOS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173450" y="3409950"/>
            <a:ext cx="1885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15" kern="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MIMIC-IV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6173450" y="3676650"/>
            <a:ext cx="188595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PostgreSQL · v2.2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6173450" y="3981450"/>
            <a:ext cx="18383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Banco relacional do PhysioNet com séries longitudinais de UTI.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3506450" y="5286375"/>
            <a:ext cx="1600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3668375" y="5762625"/>
            <a:ext cx="9982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(5) executa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3506450" y="6286500"/>
            <a:ext cx="1600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↓</a:t>
            </a:r>
            <a:endParaRPr lang="en-US" sz="1125" dirty="0"/>
          </a:p>
        </p:txBody>
      </p:sp>
      <p:sp>
        <p:nvSpPr>
          <p:cNvPr id="35" name="Shape 33"/>
          <p:cNvSpPr/>
          <p:nvPr/>
        </p:nvSpPr>
        <p:spPr>
          <a:xfrm>
            <a:off x="762000" y="6762750"/>
            <a:ext cx="1905000" cy="2000250"/>
          </a:xfrm>
          <a:prstGeom prst="rect">
            <a:avLst/>
          </a:prstGeom>
          <a:solidFill>
            <a:srgbClr val="FFFFFF"/>
          </a:solidFill>
          <a:ln w="7620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3450" y="6915150"/>
            <a:ext cx="1695450" cy="18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90" kern="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SAÍDA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3450" y="7124700"/>
            <a:ext cx="16954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15" kern="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JSON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33450" y="7391400"/>
            <a:ext cx="16954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.jsonl · por paciente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33450" y="7696200"/>
            <a:ext cx="16478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documento por paciente, com features × janelas alinhadas.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62250" y="7620000"/>
            <a:ext cx="1333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⟵ (8) features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4095750" y="6762750"/>
            <a:ext cx="2667000" cy="2000250"/>
          </a:xfrm>
          <a:prstGeom prst="rect">
            <a:avLst/>
          </a:prstGeom>
          <a:solidFill>
            <a:srgbClr val="FFFFFF"/>
          </a:solidFill>
          <a:ln w="7620">
            <a:solidFill>
              <a:srgbClr val="1A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67200" y="6915150"/>
            <a:ext cx="2457450" cy="18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90" kern="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EXTENSÃO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267200" y="7124700"/>
            <a:ext cx="24574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15" kern="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Módulo de cálculo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4267200" y="7391400"/>
            <a:ext cx="245745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.py custom · importlib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267200" y="7696200"/>
            <a:ext cx="24098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Funções definidas pelo usuário (ex.: escores SOFA, SAPS) registradas como novas regras.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858000" y="7620000"/>
            <a:ext cx="12496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(7) importa ⟶</a:t>
            </a:r>
            <a:endParaRPr lang="en-US" sz="1125" dirty="0"/>
          </a:p>
        </p:txBody>
      </p:sp>
      <p:sp>
        <p:nvSpPr>
          <p:cNvPr id="47" name="Shape 45"/>
          <p:cNvSpPr/>
          <p:nvPr/>
        </p:nvSpPr>
        <p:spPr>
          <a:xfrm>
            <a:off x="8096250" y="6762750"/>
            <a:ext cx="2857500" cy="2000250"/>
          </a:xfrm>
          <a:prstGeom prst="rect">
            <a:avLst/>
          </a:prstGeom>
          <a:solidFill>
            <a:srgbClr val="FFF7ED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67700" y="6915150"/>
            <a:ext cx="2648903" cy="18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spc="90" kern="0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2 · MVP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67700" y="7124700"/>
            <a:ext cx="264890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15" kern="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Agrupamento e features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267700" y="7391400"/>
            <a:ext cx="2648903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· NumPy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267700" y="7696200"/>
            <a:ext cx="26003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Aplica regras de agregação (média, mín., máx., soma, etc.) por variável e por janela.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049000" y="7620000"/>
            <a:ext cx="12573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C2410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⟵ (6) janelas</a:t>
            </a:r>
            <a:endParaRPr lang="en-US" sz="1125" dirty="0"/>
          </a:p>
        </p:txBody>
      </p:sp>
      <p:sp>
        <p:nvSpPr>
          <p:cNvPr id="53" name="Shape 51"/>
          <p:cNvSpPr/>
          <p:nvPr/>
        </p:nvSpPr>
        <p:spPr>
          <a:xfrm>
            <a:off x="12287250" y="6762750"/>
            <a:ext cx="2667000" cy="2000250"/>
          </a:xfrm>
          <a:prstGeom prst="rect">
            <a:avLst/>
          </a:prstGeom>
          <a:solidFill>
            <a:srgbClr val="FFFFFF"/>
          </a:solidFill>
          <a:ln w="7620">
            <a:solidFill>
              <a:srgbClr val="1A1A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458700" y="6915150"/>
            <a:ext cx="2457450" cy="18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90" kern="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BLOCO 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2458700" y="7124700"/>
            <a:ext cx="24574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15" kern="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Extração de período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2458700" y="7391400"/>
            <a:ext cx="2457450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SQL paramétrico · Polars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2458700" y="7696200"/>
            <a:ext cx="24098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Fatia a internação em janelas de duração configurável e devolve as séries observadas.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905000" y="6286500"/>
            <a:ext cx="1600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↑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2095500" y="5924550"/>
            <a:ext cx="14173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6E6E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(9) preview JSON</a:t>
            </a:r>
            <a:endParaRPr lang="en-US" sz="1125" dirty="0"/>
          </a:p>
        </p:txBody>
      </p:sp>
      <p:sp>
        <p:nvSpPr>
          <p:cNvPr id="60" name="Shape 58"/>
          <p:cNvSpPr/>
          <p:nvPr/>
        </p:nvSpPr>
        <p:spPr>
          <a:xfrm>
            <a:off x="762000" y="9401175"/>
            <a:ext cx="16764000" cy="9525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61" name="Text 59"/>
          <p:cNvSpPr/>
          <p:nvPr/>
        </p:nvSpPr>
        <p:spPr>
          <a:xfrm>
            <a:off x="762000" y="9627870"/>
            <a:ext cx="183642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⟶ chamada / fluxo de dados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3429000" y="9627870"/>
            <a:ext cx="219456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⟶ leitura / importação (tracejada)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286500" y="9639300"/>
            <a:ext cx="171450" cy="171450"/>
          </a:xfrm>
          <a:prstGeom prst="rect">
            <a:avLst/>
          </a:prstGeom>
          <a:solidFill>
            <a:srgbClr val="FFF7ED"/>
          </a:solidFill>
          <a:ln w="7620">
            <a:solidFill>
              <a:srgbClr val="C2410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24625" y="9635490"/>
            <a:ext cx="101346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escopo do MVP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3994130" y="9643110"/>
            <a:ext cx="353187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Numeração indica a ordem de execução de um job.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2026-05-21T19:04:29Z</dcterms:created>
  <dcterms:modified xsi:type="dcterms:W3CDTF">2026-05-21T19:04:29Z</dcterms:modified>
</cp:coreProperties>
</file>